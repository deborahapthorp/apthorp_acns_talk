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bit.ly/Apthorp_ACN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eborah Apthorp, Aishah Mohammed, Alycia Messing, Robin Vlieger - UNE/ANU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Deborah Apthorp, Aishah Mohammed, Alycia Messing, Robin Vlieger - UNE/ANU</a:t>
            </a:r>
          </a:p>
        </p:txBody>
      </p:sp>
      <p:sp>
        <p:nvSpPr>
          <p:cNvPr id="172" name="ACNS 2025 - Deborah Apthorp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ACNS 2025 - Deborah Apthorp</a:t>
            </a:r>
          </a:p>
        </p:txBody>
      </p:sp>
      <p:sp>
        <p:nvSpPr>
          <p:cNvPr id="173" name="Talk link: https://bit.ly/Apthorp_ACN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Talk link: </a:t>
            </a:r>
            <a:r>
              <a:rPr u="sng">
                <a:hlinkClick r:id="rId3" invalidUrl="" action="" tgtFrame="" tooltip="" history="1" highlightClick="0" endSnd="0"/>
              </a:rPr>
              <a:t>https://bit.ly/Apthorp_ACNS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